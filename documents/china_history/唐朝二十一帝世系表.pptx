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920" y="89535"/>
            <a:ext cx="5843270" cy="66789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590" y="124460"/>
            <a:ext cx="5039360" cy="67335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430" y="0"/>
            <a:ext cx="513270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380" y="0"/>
            <a:ext cx="513270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890" y="0"/>
            <a:ext cx="513270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1295" y="0"/>
            <a:ext cx="513270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600" y="0"/>
            <a:ext cx="513270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Rorschach</cp:lastModifiedBy>
  <cp:revision>157</cp:revision>
  <dcterms:created xsi:type="dcterms:W3CDTF">2019-06-19T02:08:00Z</dcterms:created>
  <dcterms:modified xsi:type="dcterms:W3CDTF">2025-12-07T23:53:54Z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BBCB159F0ADE418286FB531CD25C1C36_11</vt:lpwstr>
  </property>
</Properties>
</file>